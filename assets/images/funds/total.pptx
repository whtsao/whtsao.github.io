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6C501-3BF3-42E1-1194-B602FCCA03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DE6398-EF25-D891-FF3A-5C39D01204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008FB-6B45-A331-17C1-375BBAFAC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48E51-1939-564E-F877-7B056D3DF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6706B-A81C-0297-9488-2369EE425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35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6EB4-73F7-EB77-C78C-A8097FE9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C4CCB-EB1C-88E9-2628-D40018135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5B298-870F-D704-E063-41C7E9729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188B67-F062-6FFE-999A-8C91C9EEB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89289-3E04-63C5-3BB8-970C35E4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535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BBA7-A21E-1329-4C41-4009E8709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B1CE14-977C-F4B2-791D-51CDC11B7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77F04-417B-862A-5421-9590B2C93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8D939-A860-A4BC-CA1D-CA7003DC5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8B0DC-ED13-310B-B70F-9A768C7B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636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5C8EE-8976-1CFF-2E1A-E401C22D6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87617-2E9C-35FE-76F5-FF3CAF7A56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494FE1-F8D2-C8C2-8DAA-592CF5D7B8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C03422-7822-79E8-5BF0-A30BA62C9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FB79C-E6B9-F53B-3717-2CCFD28D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B196FC-0756-78B8-2FF3-D489D481D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4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75654-5796-0425-C6B5-3A1DDFD0C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78080-1DB8-DFC1-3405-F598C0DC2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C37-B9AF-FE58-7D05-23D81022E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B3E40-3447-AE96-C6BA-6A2F7D600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DED48A-9D55-F966-D7F9-D509BFE526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C1DFE9-653D-34E7-78F1-7D069D68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119913-B7C3-7A6C-3D1F-B7FEECBD7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1007F-D904-7D0B-5044-3090BFAC7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12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26CBA-B317-FBD3-7704-C1CE218C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BBF5F6-679B-125C-E85E-D83436792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1506D3-2EC3-9717-2FFC-E6E1DA4AA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32B54E-6592-AA60-F4B1-B7B367EFB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00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CDF7C7-A126-BFD8-2D63-1626E50EE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5CBE8B-E1C6-E93D-8438-11B3ED1AB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4B2E6-1233-2C90-4B62-FFA02B021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858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2FB7C-1035-070C-FB74-B83584AEF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B8393-DCDD-41C6-A81E-6314D9A55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DBDDC6-746B-FF3C-2BC8-BACB08F980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C5835-13A1-00C0-7FC0-AF2F0CEC7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3BEA7-DADC-BC03-E0D3-34F70B27D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9A35EE-078B-011D-4DEF-92935786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386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A5A13-0B58-A5CD-4306-1902DF24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E681DA-78BE-FB5D-EA39-568950BB81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2014D-BADB-1F0A-9A1C-E19AB81983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EB645-B482-9021-857F-EF98E726E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F7FC2-257E-B78A-A748-7387318F8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B9E27-FA9E-8F0B-88F8-FE7584B3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411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B860-3907-5EB9-F5A9-1677FFAA1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31D8DB-9953-65DC-3933-81845C107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926D-3F30-D753-7611-B029C4BC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3B3F73-DDB8-DE81-994A-8EC9EA10A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4691D-26CE-837A-DBAA-69C36CC84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08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0768D8-A164-28D6-AB7B-E31DD7485A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77966-6C3C-95E8-31E6-1A9B6C3C3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0029B-5125-4862-C76B-2695CE12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E298D-84B8-0035-05C7-4152FD9CE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4076E-F844-1CD6-14DC-FF9B0689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620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9CB8DC-85DA-779F-D19C-A317F82C2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353DF1-EB11-CD22-120D-177281EC1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26A3-7206-1275-8CD4-635672E91A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41353-8F51-48F1-AFC3-B4F4C2686E57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27D59-0485-BAE1-06AC-948CE82B6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B6740-D0F6-9D48-CA9B-83FA716DC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018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5CE052-0414-2E0E-EBA3-3FD57CF82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550" y="2580262"/>
            <a:ext cx="1609130" cy="914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0A1373-195C-EAA4-23A0-1F83488F30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123" y="880355"/>
            <a:ext cx="4964374" cy="914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CBB393-2546-73BD-70D5-A4A11066A8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1528" y="2580262"/>
            <a:ext cx="2163209" cy="914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36273D-FF87-B7F3-4033-637D9CB8ED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836" y="2260222"/>
            <a:ext cx="1371600" cy="1371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D3938-9D1F-E909-7FAC-48B1DFBDF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9453" y="2580262"/>
            <a:ext cx="2607358" cy="914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A49A2DA-05F6-B4AF-2E7F-9D982F0480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505" y="788915"/>
            <a:ext cx="5286492" cy="10972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257112-4777-D981-FD32-83B590D7E72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1527" y="2168782"/>
            <a:ext cx="1549349" cy="155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86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Wen-Huai Tsao</dc:creator>
  <cp:lastModifiedBy>Wen-Huai Tsao</cp:lastModifiedBy>
  <cp:revision>3</cp:revision>
  <dcterms:created xsi:type="dcterms:W3CDTF">2025-12-24T02:25:39Z</dcterms:created>
  <dcterms:modified xsi:type="dcterms:W3CDTF">2025-12-26T00:23:51Z</dcterms:modified>
</cp:coreProperties>
</file>