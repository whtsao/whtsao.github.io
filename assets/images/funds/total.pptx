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3716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70" y="7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122363"/>
            <a:ext cx="10287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602038"/>
            <a:ext cx="10287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14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0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1709739"/>
            <a:ext cx="118300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4589464"/>
            <a:ext cx="118300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1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8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365126"/>
            <a:ext cx="1183005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1681163"/>
            <a:ext cx="58025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2505075"/>
            <a:ext cx="58025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1681163"/>
            <a:ext cx="58310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2505075"/>
            <a:ext cx="58310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8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51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5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987426"/>
            <a:ext cx="694372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987426"/>
            <a:ext cx="694372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11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1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365125"/>
            <a:ext cx="295751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365125"/>
            <a:ext cx="870108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4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365126"/>
            <a:ext cx="118300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1825625"/>
            <a:ext cx="118300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41353-8F51-48F1-AFC3-B4F4C2686E5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6356351"/>
            <a:ext cx="4629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BE6A-D55F-4973-84B8-8FEA11FD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6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CE052-0414-2E0E-EBA3-3FD57CF8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3317" y="2513819"/>
            <a:ext cx="1609130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0A1373-195C-EAA4-23A0-1F83488F3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87" y="880355"/>
            <a:ext cx="4964374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CBB393-2546-73BD-70D5-A4A11066A8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035" y="2514600"/>
            <a:ext cx="2163209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36273D-FF87-B7F3-4033-637D9CB8ED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847" y="651755"/>
            <a:ext cx="1371600" cy="137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8D3938-9D1F-E909-7FAC-48B1DFBDF2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366" y="2514600"/>
            <a:ext cx="2607358" cy="91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49A2DA-05F6-B4AF-2E7F-9D982F0480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858" y="788915"/>
            <a:ext cx="5286492" cy="10972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257112-4777-D981-FD32-83B590D7E7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9846" y="2193779"/>
            <a:ext cx="1549349" cy="15544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DD88F2-591B-FD18-987A-F62EA16240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15" y="2422379"/>
            <a:ext cx="2343498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6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Wen-Huai Tsao</dc:creator>
  <cp:lastModifiedBy>Wen-Huai Tsao</cp:lastModifiedBy>
  <cp:revision>4</cp:revision>
  <dcterms:created xsi:type="dcterms:W3CDTF">2025-12-24T02:25:39Z</dcterms:created>
  <dcterms:modified xsi:type="dcterms:W3CDTF">2026-03-07T21:02:30Z</dcterms:modified>
</cp:coreProperties>
</file>